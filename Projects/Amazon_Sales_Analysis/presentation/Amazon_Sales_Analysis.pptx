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Inter Bold" charset="0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Inter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-3-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-3-9.svg"/><Relationship Id="rId5" Type="http://schemas.openxmlformats.org/officeDocument/2006/relationships/image" Target="../media/image-3-3.sv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-3-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6.svg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image" Target="../media/image-9-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4.sv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image" Target="../media/image-9-8.svg"/><Relationship Id="rId4" Type="http://schemas.openxmlformats.org/officeDocument/2006/relationships/image" Target="../media/image-9-2.svg"/><Relationship Id="rId9" Type="http://schemas.openxmlformats.org/officeDocument/2006/relationships/image" Target="../media/image30.png"/><Relationship Id="rId14" Type="http://schemas.openxmlformats.org/officeDocument/2006/relationships/image" Target="../media/image-9-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2.svg"/><Relationship Id="rId5" Type="http://schemas.openxmlformats.org/officeDocument/2006/relationships/image" Target="../media/image-10-2.svg"/><Relationship Id="rId4" Type="http://schemas.openxmlformats.org/officeDocument/2006/relationships/image" Target="../media/image-10-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60689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Amazon Sales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62485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Project using Python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Gaurvi Thakur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35052"/>
            <a:ext cx="65112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3077542"/>
            <a:ext cx="9382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47084" y="3035052"/>
            <a:ext cx="62656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32139" y="3077542"/>
            <a:ext cx="91365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344492" y="3035052"/>
            <a:ext cx="591517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9548" y="3077542"/>
            <a:ext cx="8786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06852" y="3035052"/>
            <a:ext cx="87257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1907" y="3077542"/>
            <a:ext cx="115966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950273" y="3035052"/>
            <a:ext cx="708347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35329" y="3077542"/>
            <a:ext cx="99543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SEABORN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2803" y="3318722"/>
            <a:ext cx="530417" cy="220406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10174" y="3363739"/>
            <a:ext cx="16374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JUPYTER NOTEBOOK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344492" y="3321248"/>
            <a:ext cx="74741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8" name="Rectangle 17"/>
          <p:cNvSpPr/>
          <p:nvPr/>
        </p:nvSpPr>
        <p:spPr>
          <a:xfrm>
            <a:off x="5344491" y="3318722"/>
            <a:ext cx="1534939" cy="217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6000"/>
              </a:lnSpc>
            </a:pPr>
            <a:r>
              <a:rPr lang="en-US" sz="850" dirty="0" smtClean="0">
                <a:solidFill>
                  <a:srgbClr val="4950BC"/>
                </a:solidFill>
                <a:latin typeface="Inter" pitchFamily="34" charset="0"/>
                <a:ea typeface="Inter" pitchFamily="34" charset="-122"/>
              </a:rPr>
              <a:t>STREAMLIT</a:t>
            </a:r>
            <a:endParaRPr lang="en-US" sz="850" dirty="0"/>
          </a:p>
        </p:txBody>
      </p:sp>
      <p:pic>
        <p:nvPicPr>
          <p:cNvPr id="20" name="Picture 19" descr="Screenshot 2026-07-09 170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80" y="1067312"/>
            <a:ext cx="3373861" cy="31402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479659" y="4637783"/>
            <a:ext cx="1664339" cy="5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82804" y="3321248"/>
            <a:ext cx="852526" cy="217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6000"/>
              </a:lnSpc>
            </a:pPr>
            <a:r>
              <a:rPr lang="en-US" sz="850" dirty="0" err="1" smtClean="0">
                <a:solidFill>
                  <a:srgbClr val="4950BC"/>
                </a:solidFill>
                <a:latin typeface="Inter" pitchFamily="34" charset="0"/>
                <a:ea typeface="Inter" pitchFamily="34" charset="-122"/>
              </a:rPr>
              <a:t>GitHub</a:t>
            </a:r>
            <a:endParaRPr lang="en-US" sz="850" dirty="0"/>
          </a:p>
        </p:txBody>
      </p:sp>
      <p:sp>
        <p:nvSpPr>
          <p:cNvPr id="30" name="Shape 12"/>
          <p:cNvSpPr/>
          <p:nvPr/>
        </p:nvSpPr>
        <p:spPr>
          <a:xfrm>
            <a:off x="3925119" y="3323774"/>
            <a:ext cx="135031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96119" y="1465385"/>
            <a:ext cx="3986733" cy="2145323"/>
          </a:xfrm>
          <a:prstGeom prst="roundRect">
            <a:avLst>
              <a:gd name="adj" fmla="val 10915"/>
            </a:avLst>
          </a:prstGeom>
          <a:solidFill>
            <a:srgbClr val="DADBF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93" y="2667521"/>
            <a:ext cx="91306" cy="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499" y="2145952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massive sales data across categories, cities, and states. Manual analysis is slow and error-prone — this project uses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Python-based EDA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transform raw data into actionable insights.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509" y="837447"/>
            <a:ext cx="3870135" cy="38701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79659" y="4637783"/>
            <a:ext cx="1664339" cy="5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8412"/>
            <a:ext cx="4400961" cy="27980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2312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Project </a:t>
            </a: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Overview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25119" y="998190"/>
            <a:ext cx="5179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Analyze 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sales data to uncover patterns, trends, and actionable business insights.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552265" y="1253282"/>
            <a:ext cx="221456" cy="221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5119" y="1582862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Sales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925119" y="1807741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Revenue 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trends over time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552265" y="2138511"/>
            <a:ext cx="221456" cy="221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25119" y="2468091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Customer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Patterns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3925119" y="2692971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Purchasing 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 analysis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552265" y="3023741"/>
            <a:ext cx="221456" cy="221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25119" y="3353321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Category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3925119" y="3578200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Top-selling 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segments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552265" y="3908971"/>
            <a:ext cx="221456" cy="221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25119" y="4238551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Regional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3925119" y="4463430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State 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city-level sales</a:t>
            </a:r>
            <a:endParaRPr lang="en-US" sz="850" dirty="0"/>
          </a:p>
        </p:txBody>
      </p:sp>
      <p:sp>
        <p:nvSpPr>
          <p:cNvPr id="17" name="Rectangle 16"/>
          <p:cNvSpPr/>
          <p:nvPr/>
        </p:nvSpPr>
        <p:spPr>
          <a:xfrm>
            <a:off x="7479659" y="4637783"/>
            <a:ext cx="1664339" cy="5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4400960" cy="8684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479659" y="4828558"/>
            <a:ext cx="1664339" cy="31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1" y="3666455"/>
            <a:ext cx="4400960" cy="1477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58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02593"/>
            <a:ext cx="4693816" cy="23498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583409"/>
            <a:ext cx="564609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03206" y="1722611"/>
            <a:ext cx="26493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 Order ID, Date, Category, Status, Amount, Quantity, Size, State, City, Fulfilment, Sales Channel, B2B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03206" y="2441377"/>
            <a:ext cx="2649364" cy="665559"/>
          </a:xfrm>
          <a:prstGeom prst="roundRect">
            <a:avLst>
              <a:gd name="adj" fmla="val 8108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644" y="2632323"/>
            <a:ext cx="160586" cy="1284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0669" y="2578224"/>
            <a:ext cx="210346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dataset ready for analysis after preprocessing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96119" y="4015085"/>
            <a:ext cx="4017690" cy="732830"/>
          </a:xfrm>
          <a:prstGeom prst="roundRect">
            <a:avLst>
              <a:gd name="adj" fmla="val 73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9320" y="4148286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128,976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29320" y="4418781"/>
            <a:ext cx="37512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30192" y="4015085"/>
            <a:ext cx="4017690" cy="732830"/>
          </a:xfrm>
          <a:prstGeom prst="roundRect">
            <a:avLst>
              <a:gd name="adj" fmla="val 736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63393" y="4148286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21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763393" y="4418781"/>
            <a:ext cx="375128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7479659" y="4828558"/>
            <a:ext cx="1664339" cy="31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3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3847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1842641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133847"/>
            <a:ext cx="2717229" cy="567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55107" y="1842641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133847"/>
            <a:ext cx="2717229" cy="567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2336" y="1842641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205856"/>
            <a:ext cx="2717229" cy="567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877" y="2914650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2205856"/>
            <a:ext cx="2717229" cy="5670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355107" y="2914650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0578" y="2205856"/>
            <a:ext cx="2717229" cy="5670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072336" y="2914650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Insights</a:t>
            </a:r>
            <a:endParaRPr lang="en-US" sz="13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3277865"/>
            <a:ext cx="2717229" cy="56703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37877" y="3986659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496119" y="45093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pipeline from raw data to actionable insights using Python.</a:t>
            </a:r>
            <a:endParaRPr lang="en-US" sz="1100" dirty="0"/>
          </a:p>
        </p:txBody>
      </p:sp>
      <p:sp>
        <p:nvSpPr>
          <p:cNvPr id="18" name="Rectangle 17"/>
          <p:cNvSpPr/>
          <p:nvPr/>
        </p:nvSpPr>
        <p:spPr>
          <a:xfrm>
            <a:off x="7479659" y="4637783"/>
            <a:ext cx="1664339" cy="5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1149" y="1690653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Cleaning Steps Applied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661149" y="2076971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null &amp; duplicate entries</a:t>
            </a:r>
            <a:endParaRPr lang="en-US" sz="9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Dropped irrelevant columns</a:t>
            </a:r>
            <a:endParaRPr lang="en-US" sz="9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date formats</a:t>
            </a:r>
            <a:endParaRPr lang="en-US" sz="9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data types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661150" y="2906762"/>
            <a:ext cx="3614500" cy="500858"/>
          </a:xfrm>
          <a:prstGeom prst="roundRect">
            <a:avLst>
              <a:gd name="adj" fmla="val 15499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3089300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0291" y="3073822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Dataset 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&amp; ready for EDA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7479659" y="4637783"/>
            <a:ext cx="1664339" cy="5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455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106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Python-generated visualizations reveal key patterns in the Amazon sales dataset.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07344"/>
            <a:ext cx="1104900" cy="68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67348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3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Category 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95315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 — top product categories by sales volume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207344"/>
            <a:ext cx="1104900" cy="682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30673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🥧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3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Order 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373859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 chart — completed, pending &amp; cancelled orders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207344"/>
            <a:ext cx="1104900" cy="6828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30673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3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Sales 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Amount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393593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plot — spread, outliers &amp; median sales values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207344"/>
            <a:ext cx="1104900" cy="6828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306734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3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Monthly 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Trend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595315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chart — revenue progression across months</a:t>
            </a:r>
            <a:endParaRPr lang="en-US" sz="1100" dirty="0"/>
          </a:p>
        </p:txBody>
      </p:sp>
      <p:sp>
        <p:nvSpPr>
          <p:cNvPr id="16" name="Rectangle 15"/>
          <p:cNvSpPr/>
          <p:nvPr/>
        </p:nvSpPr>
        <p:spPr>
          <a:xfrm>
            <a:off x="7479659" y="4637783"/>
            <a:ext cx="1664339" cy="5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605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dirty="0" smtClean="0"/>
              <a:t>Location-wise Sales Analysis (India)</a:t>
            </a:r>
            <a:endParaRPr lang="en-US" sz="255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32" y="1106563"/>
            <a:ext cx="4427274" cy="3919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239143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25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Top 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States by Sales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6703" y="1563737"/>
            <a:ext cx="264586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 placeholder — highest-revenue states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06703" y="2085901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🏙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25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Top 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Cities by Orders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703" y="2410495"/>
            <a:ext cx="310306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 placeholder — most active cities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6703" y="2731815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25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Regional 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06703" y="3056409"/>
            <a:ext cx="264586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visualization — geographic sales spread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06703" y="3593604"/>
            <a:ext cx="2645866" cy="884709"/>
          </a:xfrm>
          <a:prstGeom prst="roundRect">
            <a:avLst>
              <a:gd name="adj" fmla="val 6204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374" y="3790206"/>
            <a:ext cx="163339" cy="1306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31384" y="3734693"/>
            <a:ext cx="2090514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 Concentrated sales in specific regions reveals expansion opportunities</a:t>
            </a:r>
            <a:endParaRPr lang="en-US" sz="1000" dirty="0"/>
          </a:p>
        </p:txBody>
      </p:sp>
      <p:sp>
        <p:nvSpPr>
          <p:cNvPr id="13" name="Rectangle 12"/>
          <p:cNvSpPr/>
          <p:nvPr/>
        </p:nvSpPr>
        <p:spPr>
          <a:xfrm>
            <a:off x="7479659" y="4637783"/>
            <a:ext cx="1664339" cy="505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Business Insights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52302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3156" y="1252761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22375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Category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Highest-selling product segment identified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0891" y="1152302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851350" y="1252761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2375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 State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state by total sales revenue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2697" y="2414513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23156" y="2514972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4587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Size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ordered product size across categories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891" y="2414513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851350" y="2514972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4587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Order Status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Majority of orders successfully completed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96119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697" y="3676724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23156" y="3777183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679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Trend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 pattern &amp; seasonality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4313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0891" y="3676724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4851350" y="3777183"/>
            <a:ext cx="164455" cy="1644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891" y="414679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Behavior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vs B2C purchasing patterns</a:t>
            </a:r>
            <a:endParaRPr lang="en-US" sz="950" dirty="0"/>
          </a:p>
        </p:txBody>
      </p:sp>
      <p:sp>
        <p:nvSpPr>
          <p:cNvPr id="33" name="Rectangle 32"/>
          <p:cNvSpPr/>
          <p:nvPr/>
        </p:nvSpPr>
        <p:spPr>
          <a:xfrm>
            <a:off x="7479659" y="4828558"/>
            <a:ext cx="1664339" cy="31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361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Pros, Cons &amp; Future Scope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033314"/>
            <a:ext cx="2666926" cy="1131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4907" y="1164952"/>
            <a:ext cx="2346499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Advantages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84907" y="1450330"/>
            <a:ext cx="2346499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sales performance view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data-driven decisions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customer trends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2262188"/>
            <a:ext cx="2666926" cy="11316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4907" y="2393826"/>
            <a:ext cx="2346499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Limitations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84907" y="2679204"/>
            <a:ext cx="2346499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time period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profit/cost data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demographics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3491061"/>
            <a:ext cx="2666926" cy="11316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4907" y="3622700"/>
            <a:ext cx="2346499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1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Future 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84907" y="3908078"/>
            <a:ext cx="2346499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forecasting models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recommendation system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7479659" y="4828558"/>
            <a:ext cx="1664339" cy="31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6146" name="Picture 2" descr="How Machine Learning &amp; Artificial Intelligence(ML/AI) benefits top MNC's?  Amazon Use-Cas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00121" y="1353145"/>
            <a:ext cx="5743879" cy="2693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26393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925119" y="926678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108025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194122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25119" y="1430164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validated &amp; preprocessed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25119" y="1777008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25119" y="1958355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044452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 &amp; Visualization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25119" y="2280493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sales patterns uncovered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5119" y="2627337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2808684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289478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10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100" b="1" dirty="0" smtClean="0">
                <a:latin typeface="Inter Bold" charset="0"/>
                <a:ea typeface="Inter Bold" charset="0"/>
              </a:rPr>
              <a:t>Location-wise</a:t>
            </a:r>
            <a:r>
              <a:rPr lang="en-US" sz="1100" b="1" dirty="0" smtClean="0"/>
              <a:t> </a:t>
            </a:r>
            <a:r>
              <a:rPr lang="en-US" sz="110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25119" y="3130823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insights mapped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25119" y="3477667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25119" y="3659014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3925119" y="374511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25119" y="398115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recommendations delivered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97834" y="4444901"/>
            <a:ext cx="500724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900" dirty="0"/>
          </a:p>
        </p:txBody>
      </p:sp>
      <p:sp>
        <p:nvSpPr>
          <p:cNvPr id="22" name="Rectangle 21"/>
          <p:cNvSpPr/>
          <p:nvPr/>
        </p:nvSpPr>
        <p:spPr>
          <a:xfrm>
            <a:off x="7479659" y="4828558"/>
            <a:ext cx="1664339" cy="31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218120"/>
            <a:ext cx="3802379" cy="2818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Rectangle 23"/>
          <p:cNvSpPr/>
          <p:nvPr/>
        </p:nvSpPr>
        <p:spPr>
          <a:xfrm>
            <a:off x="1" y="0"/>
            <a:ext cx="3802380" cy="1218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0" y="4002826"/>
            <a:ext cx="3802380" cy="1140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Rectangle 3"/>
          <p:cNvSpPr/>
          <p:nvPr/>
        </p:nvSpPr>
        <p:spPr>
          <a:xfrm>
            <a:off x="7479659" y="4828558"/>
            <a:ext cx="1664339" cy="31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441</Words>
  <Application>Microsoft Office PowerPoint</Application>
  <PresentationFormat>On-screen Show (16:9)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Inter Bold</vt:lpstr>
      <vt:lpstr>Calibri</vt:lpstr>
      <vt:lpstr>Inter</vt:lpstr>
      <vt:lpstr>Twemoji Mozilla</vt:lpstr>
      <vt:lpstr>Inter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Gaurvi Thakur</dc:creator>
  <cp:lastModifiedBy>aaaaa</cp:lastModifiedBy>
  <cp:revision>3</cp:revision>
  <dcterms:created xsi:type="dcterms:W3CDTF">2026-07-08T22:03:46Z</dcterms:created>
  <dcterms:modified xsi:type="dcterms:W3CDTF">2026-07-10T23:56:51Z</dcterms:modified>
</cp:coreProperties>
</file>